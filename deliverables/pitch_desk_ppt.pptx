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057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240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381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531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897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522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937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132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293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57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887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717E2-3371-4FC0-A646-BA99326B020A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8C612-BCFB-4B7E-9C0F-A6364A2D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696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029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76577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66094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9" y="16689"/>
            <a:ext cx="12162331" cy="6841311"/>
          </a:xfrm>
        </p:spPr>
      </p:pic>
    </p:spTree>
    <p:extLst>
      <p:ext uri="{BB962C8B-B14F-4D97-AF65-F5344CB8AC3E}">
        <p14:creationId xmlns:p14="http://schemas.microsoft.com/office/powerpoint/2010/main" val="3730218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1708784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71156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37974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95882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44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01251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43774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2" cy="6858001"/>
          </a:xfrm>
        </p:spPr>
      </p:pic>
    </p:spTree>
    <p:extLst>
      <p:ext uri="{BB962C8B-B14F-4D97-AF65-F5344CB8AC3E}">
        <p14:creationId xmlns:p14="http://schemas.microsoft.com/office/powerpoint/2010/main" val="3555704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</cp:revision>
  <dcterms:created xsi:type="dcterms:W3CDTF">2026-09-30T17:48:26Z</dcterms:created>
  <dcterms:modified xsi:type="dcterms:W3CDTF">2026-09-30T17:52:36Z</dcterms:modified>
</cp:coreProperties>
</file>